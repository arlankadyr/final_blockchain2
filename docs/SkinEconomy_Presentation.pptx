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Ethereum (20 gwei, USD)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Mint Skin</c:v>
                  </c:pt>
                  <c:pt idx="1">
                    <c:v>Swap</c:v>
                  </c:pt>
                  <c:pt idx="2">
                    <c:v>Add Liquidity</c:v>
                  </c:pt>
                  <c:pt idx="3">
                    <c:v>Open Case</c:v>
                  </c:pt>
                  <c:pt idx="4">
                    <c:v>Craft</c:v>
                  </c:pt>
                  <c:pt idx="5">
                    <c:v>Vote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5.76</c:v>
                </c:pt>
                <c:pt idx="1">
                  <c:v>16.8</c:v>
                </c:pt>
                <c:pt idx="2">
                  <c:v>14.64</c:v>
                </c:pt>
                <c:pt idx="3">
                  <c:v>8.16</c:v>
                </c:pt>
                <c:pt idx="4">
                  <c:v>10.62</c:v>
                </c:pt>
                <c:pt idx="5">
                  <c:v>7.98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Arbitrum (USD)</c:v>
                </c:pt>
              </c:strCache>
            </c:strRef>
          </c:tx>
          <c:spPr>
            <a:solidFill>
              <a:srgbClr val="00CC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Mint Skin</c:v>
                  </c:pt>
                  <c:pt idx="1">
                    <c:v>Swap</c:v>
                  </c:pt>
                  <c:pt idx="2">
                    <c:v>Add Liquidity</c:v>
                  </c:pt>
                  <c:pt idx="3">
                    <c:v>Open Case</c:v>
                  </c:pt>
                  <c:pt idx="4">
                    <c:v>Craft</c:v>
                  </c:pt>
                  <c:pt idx="5">
                    <c:v>Vote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0.11</c:v>
                </c:pt>
                <c:pt idx="1">
                  <c:v>0.32</c:v>
                </c:pt>
                <c:pt idx="2">
                  <c:v>0.28</c:v>
                </c:pt>
                <c:pt idx="3">
                  <c:v>0.16</c:v>
                </c:pt>
                <c:pt idx="4">
                  <c:v>0.2</c:v>
                </c:pt>
                <c:pt idx="5">
                  <c:v>0.15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899A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640080"/>
            <a:ext cx="1645920" cy="164592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68580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🎮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CS:GO Skin Economy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Decentralized Protocol on Arbitrum Sepolia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2 — Final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828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727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Smart Contracts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389120"/>
            <a:ext cx="1828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</a:rPr>
              <a:t>135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4727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389120"/>
            <a:ext cx="1828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</a:rPr>
              <a:t>92%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4727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Coverage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4389120"/>
            <a:ext cx="18288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407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EFF"/>
                </a:solidFill>
              </a:rPr>
              <a:t>Arbitrum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47274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Network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GameFi protocol replicating the CS:GO skin economy on-chain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Opening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for verifiable random skin drops (70% Common, 25% Rare, 5% Legendary)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77840" y="1490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Trading AMM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783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x*y=k constant-product AMM with 0.3% fee and LP tokens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⚒️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43000" y="2633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common skins + CRAFT tokens to craft rarer skins (recipes: AK→Glock, Glock→AWP)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560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77840" y="2633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Vault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926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tokenized vault — rent skins for passive CRAFT token income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🗳️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776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069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Governor — 4% quorum, 1 week voting, 2-day Timelock delay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7033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77840" y="377647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Oracle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40690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ETH/USD price feed with staleness protection (reverts if &gt; 1 hour old)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54864" cy="6858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23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CraftToken.sol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ERC20Votes + ERC20Permit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73352"/>
            <a:ext cx="54864" cy="6858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SkinToken.sol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ERC1155 + Burnable + Supply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78024"/>
            <a:ext cx="54864" cy="685800"/>
          </a:xfrm>
          <a:prstGeom prst="rect">
            <a:avLst/>
          </a:prstGeom>
          <a:solidFill>
            <a:srgbClr val="00CC66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SkinFactory.sol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25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CREATE2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82696"/>
            <a:ext cx="54864" cy="6858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CaseOpening.sol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30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Consumer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87368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87368"/>
            <a:ext cx="54864" cy="685800"/>
          </a:xfrm>
          <a:prstGeom prst="rect">
            <a:avLst/>
          </a:prstGeom>
          <a:solidFill>
            <a:srgbClr val="00CC66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42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SkinMarketAMM.sol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434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x*y=k AMM from scratch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868680"/>
            <a:ext cx="54864" cy="68580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923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CraftingSystem.sol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2161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&amp; Mint Mechanics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673352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673352"/>
            <a:ext cx="54864" cy="6858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728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RentalVault.sol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0208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Tokenized Vault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478024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78024"/>
            <a:ext cx="54864" cy="6858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SkinPriceOracle.sol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825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Price Feed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82696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282696"/>
            <a:ext cx="54864" cy="685800"/>
          </a:xfrm>
          <a:prstGeom prst="rect">
            <a:avLst/>
          </a:prstGeom>
          <a:solidFill>
            <a:srgbClr val="CC44FF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SkinGovernor.sol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630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Governor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4087368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087368"/>
            <a:ext cx="54864" cy="685800"/>
          </a:xfrm>
          <a:prstGeom prst="rect">
            <a:avLst/>
          </a:prstGeom>
          <a:solidFill>
            <a:srgbClr val="CC44FF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42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SkinTimelock.sol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434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TimelockController 2-day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Primitive: AMM Built From Scratch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822960"/>
            <a:ext cx="4572000" cy="822960"/>
          </a:xfrm>
          <a:prstGeom prst="rect">
            <a:avLst/>
          </a:prstGeom>
          <a:solidFill>
            <a:srgbClr val="0A1628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822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· y = 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Swap Fee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goes to LP providers, accumulated in reserves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87452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Tokens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receive ERC20 LP tokens proportional to contribution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Protection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minAmountOut parameter prevents sandwich attacks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063240"/>
            <a:ext cx="41148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Liquidity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474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LP tokens permanently locked to prevent inflation attacks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Gas Cost: 278,950 units — ~$0.32 on Arbitrum vs $16.80 on L1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920240" cy="1097280"/>
          </a:xfrm>
          <a:prstGeom prst="rect">
            <a:avLst/>
          </a:prstGeom>
          <a:solidFill>
            <a:srgbClr val="111827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868680"/>
            <a:ext cx="1920240" cy="1097280"/>
          </a:xfrm>
          <a:prstGeom prst="rect">
            <a:avLst/>
          </a:prstGeom>
          <a:solidFill>
            <a:srgbClr val="111827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1920240" cy="1097280"/>
          </a:xfrm>
          <a:prstGeom prst="rect">
            <a:avLst/>
          </a:prstGeom>
          <a:solidFill>
            <a:srgbClr val="111827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High/Med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868680"/>
            <a:ext cx="1920240" cy="1097280"/>
          </a:xfrm>
          <a:prstGeom prst="rect">
            <a:avLst/>
          </a:prstGeom>
          <a:solidFill>
            <a:srgbClr val="111827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Case Studies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2219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public/external function including all revert paths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07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29077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2926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 swap, vault deposit/withdraw, governance voting power (1000 runs each)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935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35935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611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never decreases, reserves match balances, total supply conservation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793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Tests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42793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83280" y="4297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Arbitrum mainnet: Chainlink feed, WETH whale, actual swaps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91440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CRAFT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37360" y="1325880"/>
            <a:ext cx="320040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914400"/>
            <a:ext cx="914400" cy="91440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889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899AA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488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325880"/>
            <a:ext cx="320040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4A9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E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period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1325880"/>
            <a:ext cx="320040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914400"/>
            <a:ext cx="91440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500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3212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325880"/>
            <a:ext cx="320040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914400"/>
            <a:ext cx="914400" cy="91440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C66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2376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2286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2-day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301752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Period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301752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07238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328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849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Threshold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CRAFT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46120" y="379476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849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Delay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328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26480" y="3794760"/>
            <a:ext cx="265176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CC4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8496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Token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41056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ERC20Votes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Deployment — Arbitrum Sepolia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914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Contracts on Arbiscan: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852160" y="1371600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417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CraftToken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847088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8928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SkinToken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322576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36829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SkinMarketAMM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798064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8437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SkinGovernor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273552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33192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CaseOpening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749040"/>
            <a:ext cx="30175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37947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RentalVault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gas savings vs Ethereum mainnet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The Graph Subgraph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wallet connection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184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detection &amp; auto-switch to Arbitrum Sepolia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025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CRAFT balance, voting power, AMM reserves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8658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panel: CRAFT ↔ WETH with real-time quotes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706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opening: 100 CRAFT → random skin via VRF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delegate votes, check proposals, cast vote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538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wrong network, insufficient balance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Subgraph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710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12710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metadata + total minted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7393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PlayerInventory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177393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skin balances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4028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2768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SwapEvent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227685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 swap history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74320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7797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LiquidityEvent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27797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add/remove events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28269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CaseOpenedEvent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328269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opening history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3931920" cy="4297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7856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ProtocolStats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37856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protocol statistics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Indexing: SkinMinted • Swap • CaseOpened • LiquidityAdded • SkinTypeCreated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Applied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Checks-Effects-Interactions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58191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ReentrancyGuard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2938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AccessControl / Role-based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7685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UUPS Proxy Pattern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2432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Factory (CREATE + CREATE2)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Oracle Adapter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3192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Timelock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6674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Pull-over-push payments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01421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SafeERC20 on all ERC20 calls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3616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tx.origin authorization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Case Studies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41148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Reentrancy in CaseOpening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 interaction before CRAFT burn
</a:t>
            </a:r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burnFrom() called before requestRandomWords()
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ReentrancyGuard modifier added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Access Control on SkinToken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200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mint() had no access control
</a:t>
            </a:r>
            <a:pPr indent="0" marL="0">
              <a:buNone/>
            </a:pPr>
            <a:r>
              <a:rPr lang="en-US" sz="10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onlyRole(MINTER_ROLE) added
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MINTER_ROLE only for CaseOpening + CraftingSystem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Slither: 0 High | 0 Medium | 3 Low (all documented)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Smart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ERC20/ERC1155/ERC4626, AMM, VRF, Governor, Timelock, Oracle, Factory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Tests Passing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417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Fuzz + Invariant + Fork | 92% line coverage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clean | 2 case studies reproduced &amp; fixed | CEI pattern throughout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Verified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contracts verified on Arbitrum Sepolia Arbiscan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74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4300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94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dApp + The Graph subgraph + GitHub Actions CI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83280"/>
            <a:ext cx="420624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747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🗳️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7784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3794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propose→vote→queue→execute lifecycle demonstrated in tests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github.com/arlankadyr/Final_Blockchain2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CS:GO Skin Economy — Blockchain Final Project</dc:title>
  <dc:subject>PptxGenJS Presentation</dc:subject>
  <dc:creator>PptxGenJS</dc:creator>
  <cp:lastModifiedBy>PptxGenJS</cp:lastModifiedBy>
  <cp:revision>1</cp:revision>
  <dcterms:created xsi:type="dcterms:W3CDTF">2026-05-16T22:33:41Z</dcterms:created>
  <dcterms:modified xsi:type="dcterms:W3CDTF">2026-05-16T22:33:41Z</dcterms:modified>
</cp:coreProperties>
</file>